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PT Sans Narrow" panose="020B0506020203020204" pitchFamily="3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63225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0d4b0c3f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40d4b0c3f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8a5fbdca7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8a5fbdca7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8a5fbdca7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8a5fbdca7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a5fbdca7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a5fbdca7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dkrieg/nodered-portabl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nodejs.org/en" TargetMode="External"/><Relationship Id="rId4" Type="http://schemas.openxmlformats.org/officeDocument/2006/relationships/hyperlink" Target="https://sourceforge.net/projects/nodered-portable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1880/re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://localhost:1880/api/ui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zh-tw/download" TargetMode="External"/><Relationship Id="rId2" Type="http://schemas.openxmlformats.org/officeDocument/2006/relationships/hyperlink" Target="https://nodered.org/docs/getting-started/windows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Node-RED課程-Ch00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安裝設定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Node-RED安裝 - Windows免安裝版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dirty="0"/>
              <a:t>使用這一個版本最為方</a:t>
            </a:r>
            <a:r>
              <a:rPr lang="zh-TW" altLang="en-US" dirty="0"/>
              <a:t>便</a:t>
            </a:r>
            <a:r>
              <a:rPr lang="zh-TW" dirty="0"/>
              <a:t>，因此先教這一個版本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dirty="0"/>
              <a:t>到這邊有portable的安裝：(</a:t>
            </a:r>
            <a:r>
              <a:rPr lang="zh-TW" u="sng" dirty="0">
                <a:solidFill>
                  <a:schemeClr val="hlink"/>
                </a:solidFill>
                <a:hlinkClick r:id="rId3"/>
              </a:rPr>
              <a:t>https://github.com/mdkrieg/nodered-portable</a:t>
            </a:r>
            <a:r>
              <a:rPr lang="zh-TW" dirty="0"/>
              <a:t>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dirty="0"/>
              <a:t>或是到這邊直接下載安裝 (我目前使的是v1.1.1的版本)：(</a:t>
            </a:r>
            <a:r>
              <a:rPr lang="zh-TW" u="sng" dirty="0">
                <a:solidFill>
                  <a:schemeClr val="hlink"/>
                </a:solidFill>
                <a:hlinkClick r:id="rId4"/>
              </a:rPr>
              <a:t>https://sourceforge.net/projects/nodered-portable/</a:t>
            </a:r>
            <a:r>
              <a:rPr lang="zh-TW" dirty="0"/>
              <a:t>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dirty="0"/>
              <a:t>—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dirty="0"/>
              <a:t>這一個版本</a:t>
            </a:r>
            <a:r>
              <a:rPr lang="zh-TW" altLang="en-US" dirty="0"/>
              <a:t>只有</a:t>
            </a:r>
            <a:r>
              <a:rPr lang="zh-TW" dirty="0"/>
              <a:t>原始的節點套件，如果要安裝其它套件會發現少了「節點管理」的功能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dirty="0"/>
              <a:t>需要先安裝 Node.js (</a:t>
            </a:r>
            <a:r>
              <a:rPr lang="zh-TW" u="sng" dirty="0">
                <a:solidFill>
                  <a:schemeClr val="hlink"/>
                </a:solidFill>
                <a:hlinkClick r:id="rId5"/>
              </a:rPr>
              <a:t>link</a:t>
            </a:r>
            <a:r>
              <a:rPr lang="zh-TW" dirty="0"/>
              <a:t>)才能進行節點的安裝管理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Node-RED安裝 - Windows免安裝版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852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剛執行的時候會看到這樣的畫面, 點START就可以開始用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其中port代表目前Node-RED的Server是使用1880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管理流程圖的編輯是在 </a:t>
            </a:r>
            <a:r>
              <a:rPr lang="zh-TW" u="sng">
                <a:solidFill>
                  <a:schemeClr val="hlink"/>
                </a:solidFill>
                <a:hlinkClick r:id="rId3"/>
              </a:rPr>
              <a:t>http://localhost:1880/red</a:t>
            </a:r>
            <a:r>
              <a:rPr lang="zh-TW"/>
              <a:t> 這邊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如果有 api 服務會在 /api 這一個連結下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所以如果有安裝dashboard會在 </a:t>
            </a:r>
            <a:r>
              <a:rPr lang="zh-TW" u="sng">
                <a:solidFill>
                  <a:schemeClr val="hlink"/>
                </a:solidFill>
                <a:hlinkClick r:id="rId4"/>
              </a:rPr>
              <a:t>http://localhost:1880/api/ui</a:t>
            </a:r>
            <a:r>
              <a:rPr lang="zh-TW"/>
              <a:t> 這一個連結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6949" y="1514325"/>
            <a:ext cx="4808324" cy="36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Node-RED安裝 - Windows免安裝版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852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由右邊的menu可以看到這是V2.1.3版的 Node-RED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2375" y="0"/>
            <a:ext cx="2602225" cy="50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Node-RED安裝 - Windows免安裝版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852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經過實驗，裝好node.js後，在node-red中安裝的新節點功能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雖然可以copy到新電腦，並看到這些節點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但是網頁的ui render會失敗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所以只能每一次換新電腦時，都要重新安裝node.js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031DFB-E297-B732-B41F-B1859A58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Win11</a:t>
            </a:r>
            <a:r>
              <a:rPr lang="zh-TW" altLang="en-US" dirty="0"/>
              <a:t>安裝</a:t>
            </a:r>
            <a:r>
              <a:rPr lang="en-US" altLang="zh-TW" dirty="0" err="1"/>
              <a:t>NodeRED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0B7DDD-83BC-BA38-778B-7699E5DF7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請參考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>
                <a:hlinkClick r:id="rId2"/>
              </a:rPr>
              <a:t>https://nodered.org/docs/getting-started/windows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zh-TW" altLang="en-US" dirty="0"/>
              <a:t>先安裝</a:t>
            </a:r>
            <a:r>
              <a:rPr lang="en-US" altLang="zh-TW" dirty="0"/>
              <a:t>Node.js</a:t>
            </a:r>
          </a:p>
          <a:p>
            <a:pPr lvl="1"/>
            <a:r>
              <a:rPr lang="en-US" altLang="zh-TW" dirty="0">
                <a:hlinkClick r:id="rId3"/>
              </a:rPr>
              <a:t>https://nodejs.org/zh-tw/download</a:t>
            </a:r>
            <a:endParaRPr lang="en-US" altLang="zh-TW" dirty="0"/>
          </a:p>
          <a:p>
            <a:r>
              <a:rPr lang="zh-TW" altLang="en-US" dirty="0"/>
              <a:t>安裝後，下指令安裝</a:t>
            </a:r>
            <a:r>
              <a:rPr lang="en-US" altLang="zh-TW" dirty="0" err="1"/>
              <a:t>NodeRED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0C173EB-0836-1BBA-3DAD-F18A186EF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537" y="2571751"/>
            <a:ext cx="55144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0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3112-4E8D-1554-D03F-040F74553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71BA00-D554-10F9-A032-6D002566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Win11</a:t>
            </a:r>
            <a:r>
              <a:rPr lang="zh-TW" altLang="en-US" dirty="0"/>
              <a:t>安裝</a:t>
            </a:r>
            <a:r>
              <a:rPr lang="en-US" altLang="zh-TW" dirty="0" err="1"/>
              <a:t>NodeRED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B3D73C-9ABF-61FD-164B-3C56BF991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啟動</a:t>
            </a:r>
            <a:r>
              <a:rPr lang="en-US" altLang="zh-TW" dirty="0" err="1"/>
              <a:t>NodeRED</a:t>
            </a:r>
            <a:r>
              <a:rPr lang="zh-TW" altLang="en-US" dirty="0"/>
              <a:t>指令 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node-red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4754D26-DD2C-4ACE-C6F0-52FBD771F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09" y="1927581"/>
            <a:ext cx="7529212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07828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523</Words>
  <Application>Microsoft Office PowerPoint</Application>
  <PresentationFormat>如螢幕大小 (16:9)</PresentationFormat>
  <Paragraphs>29</Paragraphs>
  <Slides>7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PT Sans Narrow</vt:lpstr>
      <vt:lpstr>Arial</vt:lpstr>
      <vt:lpstr>Open Sans</vt:lpstr>
      <vt:lpstr>Tropic</vt:lpstr>
      <vt:lpstr>Node-RED課程-Ch00</vt:lpstr>
      <vt:lpstr>Node-RED安裝 - Windows免安裝版</vt:lpstr>
      <vt:lpstr>Node-RED安裝 - Windows免安裝版</vt:lpstr>
      <vt:lpstr>Node-RED安裝 - Windows免安裝版</vt:lpstr>
      <vt:lpstr>Node-RED安裝 - Windows免安裝版</vt:lpstr>
      <vt:lpstr>Win11安裝NodeRED</vt:lpstr>
      <vt:lpstr>Win11安裝NodeRED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Node-RED課程-Ch00</dc:title>
  <cp:lastModifiedBy>楊熲煜</cp:lastModifiedBy>
  <cp:revision>4</cp:revision>
  <dcterms:modified xsi:type="dcterms:W3CDTF">2026-06-16T07:26:40Z</dcterms:modified>
</cp:coreProperties>
</file>