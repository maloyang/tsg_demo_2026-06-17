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8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PT Sans Narrow" panose="020B0506020203020204" pitchFamily="3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40d4b0c3f5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40d4b0c3f5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7a9ad4475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7a9ad4475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7a9ad4475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7a9ad4475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8373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a9ad4475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a9ad4475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7a9ad4475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7a9ad4475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7a9ad4475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7a9ad4475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a9ad4475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a9ad4475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a9ad4475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a9ad4475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7a9ad44751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7a9ad44751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7a9ad4475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7a9ad4475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7a9ad44751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7a9ad44751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7a9ad44751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7a9ad44751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7a9ad44751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7a9ad44751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7a9ad44751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7a9ad44751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a9ad44751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a9ad44751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7a9ad44751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7a9ad44751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7a9ad44751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a9ad44751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7a9ad44751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a9ad44751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7a9ad44751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7a9ad44751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7a9ad44751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7a9ad44751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7a9ad44751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7a9ad44751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a9ad44751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a9ad44751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a9ad44751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a9ad44751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a9a269b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a9a269b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wenyunotify/12-node-red/01-%E5%85%A5%E9%96%80%E7%AF%87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Node-RED課程-03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dashboard(數位儀表板)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加入dashboard功能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571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點右上角的三條線，可以看到一個選單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點選「節點管理」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3525" y="142000"/>
            <a:ext cx="2581900" cy="485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加入dashboard功能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571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 dirty="0"/>
              <a:t>選擇「安裝」分頁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 dirty="0"/>
              <a:t>點選安裝 node-red-dashboard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endParaRPr dirty="0"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5600" y="943650"/>
            <a:ext cx="4998150" cy="404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加入dashboard功能</a:t>
            </a: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571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 dirty="0"/>
              <a:t>選擇「安裝」分頁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 dirty="0"/>
              <a:t>點選安裝 node-red-dashboard</a:t>
            </a:r>
            <a:endParaRPr lang="en-US" altLang="zh-TW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 altLang="en-US" dirty="0"/>
              <a:t>目前</a:t>
            </a:r>
            <a:r>
              <a:rPr lang="en-US" altLang="zh-TW" dirty="0"/>
              <a:t>node-red-dashboard</a:t>
            </a:r>
            <a:r>
              <a:rPr lang="zh-TW" altLang="en-US" dirty="0"/>
              <a:t>已經不維護，要改安裝其他可以取代的</a:t>
            </a:r>
            <a:r>
              <a:rPr lang="en-US" altLang="zh-TW" dirty="0"/>
              <a:t>dashboard</a:t>
            </a:r>
            <a:r>
              <a:rPr lang="zh-TW" altLang="en-US" dirty="0"/>
              <a:t>元件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endParaRPr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17A41FD-74E2-3A51-EA15-8BAC422400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116" b="21350"/>
          <a:stretch>
            <a:fillRect/>
          </a:stretch>
        </p:blipFill>
        <p:spPr>
          <a:xfrm>
            <a:off x="3988885" y="0"/>
            <a:ext cx="5155115" cy="229985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6C43412-235E-E89B-9332-3F6F70FFE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0782" y="2231564"/>
            <a:ext cx="5313218" cy="291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01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加入dashboard功能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571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選擇「安裝」</a:t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2875" y="2701675"/>
            <a:ext cx="5631126" cy="235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加入dashboard功能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571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安裝後的訊息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5725" y="108425"/>
            <a:ext cx="2778875" cy="492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加入dashboard功能</a:t>
            </a:r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571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可以在左側欄看到新增的節點功能</a:t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4160" y="0"/>
            <a:ext cx="174763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第一個Dashboard Demo</a:t>
            </a:r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996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dashboard是我們在Node-RED中最重要的呈現方式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第一個Dashboard Demo</a:t>
            </a:r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67248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保留本來測試的結果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我們點一下右上同的「新增流程」，來增加一個流程分頁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25" y="2635588"/>
            <a:ext cx="8315325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第一個Dashboard Demo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797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在「流程3」的分頁上連點二下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會出現名稱設定的頁面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我們把它修改為「儀表板測試」</a:t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425" y="1740538"/>
            <a:ext cx="4972050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第一個Dashboard Demo</a:t>
            </a: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797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拖拉一組slider , gauge 作為輸入，輸出的介面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3975" y="1266325"/>
            <a:ext cx="4228150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第一個Dashboard Demo</a:t>
            </a:r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797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接下來要對dashboard的畫面作配置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要記得在dashboard中是以這三個分層次的：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Tab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Group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zh-TW"/>
              <a:t>元件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Tab下有Group，Group下有元件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第一個Dashboard Demo</a:t>
            </a:r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797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第一次進來設定slider需要先設定group</a:t>
            </a:r>
            <a:endParaRPr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000" y="882750"/>
            <a:ext cx="4171312" cy="368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第一個Dashboard Demo</a:t>
            </a:r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797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設定Group前要先設定Tab (新增一個)</a:t>
            </a:r>
            <a:endParaRPr/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800" y="1304825"/>
            <a:ext cx="4603348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第一個Dashboard Demo</a:t>
            </a:r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797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如圖，新增一個Tab名稱</a:t>
            </a:r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800" y="1304825"/>
            <a:ext cx="4729800" cy="3256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第一個Dashboard Demo</a:t>
            </a:r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797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接下來設定 Gauge就比較輕松，直接選擇 [TEST]group1就可以</a:t>
            </a: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0950" y="0"/>
            <a:ext cx="4315050" cy="492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第一個Dashboard Demo</a:t>
            </a:r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797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完成後，點選「部署」</a:t>
            </a:r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25" y="3365488"/>
            <a:ext cx="8439150" cy="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第一個Dashboard Demo</a:t>
            </a:r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797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 dirty="0"/>
              <a:t>再點選右上角的「Dashboard」icon</a:t>
            </a:r>
            <a:endParaRPr lang="en-US" altLang="zh-TW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 altLang="en-US" dirty="0"/>
              <a:t>新版的</a:t>
            </a:r>
            <a:r>
              <a:rPr lang="en-US" altLang="zh-TW" dirty="0"/>
              <a:t>dashboard2.0</a:t>
            </a:r>
            <a:r>
              <a:rPr lang="zh-TW" altLang="en-US" dirty="0"/>
              <a:t>位於右下角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endParaRPr dirty="0"/>
          </a:p>
        </p:txBody>
      </p:sp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164" y="2847109"/>
            <a:ext cx="2615481" cy="2161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319F003-E930-0EBC-8735-CAE3823BA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250" y="706119"/>
            <a:ext cx="2615480" cy="4246482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F3723231-0C6C-2BB1-F3FC-9703A3091A20}"/>
              </a:ext>
            </a:extLst>
          </p:cNvPr>
          <p:cNvSpPr/>
          <p:nvPr/>
        </p:nvSpPr>
        <p:spPr>
          <a:xfrm>
            <a:off x="3359727" y="4003964"/>
            <a:ext cx="749673" cy="3463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舊版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B1898FE-C8FA-E5F3-D877-3E2BFC0DFB43}"/>
              </a:ext>
            </a:extLst>
          </p:cNvPr>
          <p:cNvSpPr/>
          <p:nvPr/>
        </p:nvSpPr>
        <p:spPr>
          <a:xfrm>
            <a:off x="5890377" y="2405013"/>
            <a:ext cx="749673" cy="3463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新版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第一個Dashboard Demo</a:t>
            </a:r>
            <a:endParaRPr/>
          </a:p>
        </p:txBody>
      </p:sp>
      <p:sp>
        <p:nvSpPr>
          <p:cNvPr id="183" name="Google Shape;183;p3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797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點選右上角的「Dashboard」icon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再點選下方的彈出按鈕，就會跳出dashboard的畫面</a:t>
            </a:r>
            <a:endParaRPr/>
          </a:p>
        </p:txBody>
      </p:sp>
      <p:pic>
        <p:nvPicPr>
          <p:cNvPr id="184" name="Google Shape;18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237" y="3006437"/>
            <a:ext cx="3588327" cy="1503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D00CB9B-B1B9-0A37-6929-EB3A439CA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82" y="1152425"/>
            <a:ext cx="2271418" cy="3991075"/>
          </a:xfrm>
          <a:prstGeom prst="rect">
            <a:avLst/>
          </a:prstGeom>
        </p:spPr>
      </p:pic>
      <p:sp>
        <p:nvSpPr>
          <p:cNvPr id="5" name="矩形: 圓角 4">
            <a:extLst>
              <a:ext uri="{FF2B5EF4-FFF2-40B4-BE49-F238E27FC236}">
                <a16:creationId xmlns:a16="http://schemas.microsoft.com/office/drawing/2014/main" id="{28662032-E090-27BD-0107-C11876340886}"/>
              </a:ext>
            </a:extLst>
          </p:cNvPr>
          <p:cNvSpPr/>
          <p:nvPr/>
        </p:nvSpPr>
        <p:spPr>
          <a:xfrm>
            <a:off x="3532231" y="4059382"/>
            <a:ext cx="749673" cy="3463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舊版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34E0EE5-70F9-5788-2867-69DA9E4F2C4F}"/>
              </a:ext>
            </a:extLst>
          </p:cNvPr>
          <p:cNvSpPr/>
          <p:nvPr/>
        </p:nvSpPr>
        <p:spPr>
          <a:xfrm>
            <a:off x="6062881" y="2460431"/>
            <a:ext cx="749673" cy="3463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新版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第一個Dashboard Demo</a:t>
            </a:r>
            <a:endParaRPr/>
          </a:p>
        </p:txBody>
      </p:sp>
      <p:sp>
        <p:nvSpPr>
          <p:cNvPr id="190" name="Google Shape;190;p3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797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可以拖拉slider去影響上面的gauge的數值</a:t>
            </a:r>
            <a:endParaRPr/>
          </a:p>
        </p:txBody>
      </p:sp>
      <p:pic>
        <p:nvPicPr>
          <p:cNvPr id="191" name="Google Shape;1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650" y="2218650"/>
            <a:ext cx="4729800" cy="2649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Dashbaord的排版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Dashboard的排版</a:t>
            </a:r>
            <a:endParaRPr/>
          </a:p>
        </p:txBody>
      </p:sp>
      <p:sp>
        <p:nvSpPr>
          <p:cNvPr id="202" name="Google Shape;202;p3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336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如右圖，先拖拉出如右的項目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三個輸入 slider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三個Gauge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三個chart</a:t>
            </a:r>
            <a:endParaRPr/>
          </a:p>
        </p:txBody>
      </p:sp>
      <p:pic>
        <p:nvPicPr>
          <p:cNvPr id="203" name="Google Shape;2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8250" y="948177"/>
            <a:ext cx="5437726" cy="373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Dashboard的排版</a:t>
            </a:r>
            <a:endParaRPr/>
          </a:p>
        </p:txBody>
      </p:sp>
      <p:sp>
        <p:nvSpPr>
          <p:cNvPr id="209" name="Google Shape;209;p3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336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輸出成果如右圖</a:t>
            </a:r>
            <a:endParaRPr/>
          </a:p>
        </p:txBody>
      </p:sp>
      <p:pic>
        <p:nvPicPr>
          <p:cNvPr id="210" name="Google Shape;21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0700" y="1304825"/>
            <a:ext cx="5190900" cy="3099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Dashboard的排版</a:t>
            </a:r>
            <a:endParaRPr/>
          </a:p>
        </p:txBody>
      </p:sp>
      <p:sp>
        <p:nvSpPr>
          <p:cNvPr id="216" name="Google Shape;216;p3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3336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zh-TW"/>
              <a:t>排程模式說明</a:t>
            </a:r>
            <a:endParaRPr/>
          </a:p>
        </p:txBody>
      </p:sp>
      <p:pic>
        <p:nvPicPr>
          <p:cNvPr id="217" name="Google Shape;21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61093"/>
            <a:ext cx="3336600" cy="4125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參考</a:t>
            </a:r>
            <a:endParaRPr/>
          </a:p>
        </p:txBody>
      </p:sp>
      <p:sp>
        <p:nvSpPr>
          <p:cNvPr id="223" name="Google Shape;223;p3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不錯的參考文章: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zh-TW" dirty="0"/>
              <a:t>阿</a:t>
            </a:r>
            <a:r>
              <a:rPr lang="zh-TW" altLang="en-US" dirty="0"/>
              <a:t>玉</a:t>
            </a:r>
            <a:r>
              <a:rPr lang="zh-TW" dirty="0"/>
              <a:t>的教學(</a:t>
            </a:r>
            <a:r>
              <a:rPr lang="zh-TW" u="sng" dirty="0">
                <a:solidFill>
                  <a:schemeClr val="hlink"/>
                </a:solidFill>
                <a:hlinkClick r:id="rId3"/>
              </a:rPr>
              <a:t>link</a:t>
            </a:r>
            <a:r>
              <a:rPr lang="zh-TW" dirty="0"/>
              <a:t>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739</Words>
  <Application>Microsoft Office PowerPoint</Application>
  <PresentationFormat>如螢幕大小 (16:9)</PresentationFormat>
  <Paragraphs>71</Paragraphs>
  <Slides>25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29" baseType="lpstr">
      <vt:lpstr>PT Sans Narrow</vt:lpstr>
      <vt:lpstr>Arial</vt:lpstr>
      <vt:lpstr>Open Sans</vt:lpstr>
      <vt:lpstr>Tropic</vt:lpstr>
      <vt:lpstr>Node-RED課程-03</vt:lpstr>
      <vt:lpstr>加入dashboard功能</vt:lpstr>
      <vt:lpstr>加入dashboard功能</vt:lpstr>
      <vt:lpstr>加入dashboard功能</vt:lpstr>
      <vt:lpstr>加入dashboard功能</vt:lpstr>
      <vt:lpstr>加入dashboard功能</vt:lpstr>
      <vt:lpstr>加入dashboard功能</vt:lpstr>
      <vt:lpstr>第一個Dashboard Demo</vt:lpstr>
      <vt:lpstr>第一個Dashboard Demo</vt:lpstr>
      <vt:lpstr>第一個Dashboard Demo</vt:lpstr>
      <vt:lpstr>第一個Dashboard Demo</vt:lpstr>
      <vt:lpstr>第一個Dashboard Demo</vt:lpstr>
      <vt:lpstr>第一個Dashboard Demo</vt:lpstr>
      <vt:lpstr>第一個Dashboard Demo</vt:lpstr>
      <vt:lpstr>第一個Dashboard Demo</vt:lpstr>
      <vt:lpstr>第一個Dashboard Demo</vt:lpstr>
      <vt:lpstr>第一個Dashboard Demo</vt:lpstr>
      <vt:lpstr>第一個Dashboard Demo</vt:lpstr>
      <vt:lpstr>第一個Dashboard Demo</vt:lpstr>
      <vt:lpstr>第一個Dashboard Demo</vt:lpstr>
      <vt:lpstr>Dashbaord的排版</vt:lpstr>
      <vt:lpstr>Dashboard的排版</vt:lpstr>
      <vt:lpstr>Dashboard的排版</vt:lpstr>
      <vt:lpstr>Dashboard的排版</vt:lpstr>
      <vt:lpstr>參考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楊熲煜</cp:lastModifiedBy>
  <cp:revision>4</cp:revision>
  <dcterms:modified xsi:type="dcterms:W3CDTF">2026-06-16T06:56:03Z</dcterms:modified>
</cp:coreProperties>
</file>