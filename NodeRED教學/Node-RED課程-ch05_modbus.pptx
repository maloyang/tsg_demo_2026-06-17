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93" r:id="rId3"/>
    <p:sldId id="296" r:id="rId4"/>
    <p:sldId id="369" r:id="rId5"/>
    <p:sldId id="370" r:id="rId6"/>
    <p:sldId id="371" r:id="rId7"/>
    <p:sldId id="372" r:id="rId8"/>
    <p:sldId id="373" r:id="rId9"/>
    <p:sldId id="374" r:id="rId10"/>
    <p:sldId id="375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7665F-9663-4C79-B31A-D759FBA98EC6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D4E6B-7355-4521-8201-88D3C6EDC5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0535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2" name="日期版面配置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8" name="日期版面配置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頁尾版面配置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TW" altLang="en-US"/>
          </a:p>
        </p:txBody>
      </p:sp>
      <p:sp>
        <p:nvSpPr>
          <p:cNvPr id="16" name="文字版面配置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5" name="文字版面配置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版面配置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2026/6/16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Nodered</a:t>
            </a:r>
            <a:br>
              <a:rPr lang="en-US" altLang="zh-TW" dirty="0"/>
            </a:br>
            <a:r>
              <a:rPr lang="en-US" altLang="zh-TW" dirty="0"/>
              <a:t>- Modbus</a:t>
            </a:r>
            <a:r>
              <a:rPr lang="zh-TW" altLang="en-US" dirty="0"/>
              <a:t>應用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Speaker: </a:t>
            </a:r>
            <a:r>
              <a:rPr lang="en-US" altLang="zh-TW" dirty="0" err="1"/>
              <a:t>Malo</a:t>
            </a:r>
            <a:r>
              <a:rPr lang="zh-TW" altLang="en-US" dirty="0"/>
              <a:t> </a:t>
            </a:r>
            <a:r>
              <a:rPr lang="en-US" altLang="zh-TW" dirty="0"/>
              <a:t>–</a:t>
            </a:r>
            <a:r>
              <a:rPr lang="zh-TW" altLang="en-US" dirty="0"/>
              <a:t> 楊熲煜</a:t>
            </a:r>
          </a:p>
        </p:txBody>
      </p:sp>
    </p:spTree>
    <p:extLst>
      <p:ext uri="{BB962C8B-B14F-4D97-AF65-F5344CB8AC3E}">
        <p14:creationId xmlns:p14="http://schemas.microsoft.com/office/powerpoint/2010/main" val="82133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Modbus應用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802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Modbus應用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126E1AF-E3A7-E405-44EF-FE49F3E21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132856"/>
            <a:ext cx="5745978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4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Modbus應用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新增一個</a:t>
            </a:r>
            <a:r>
              <a:rPr lang="en-US" altLang="zh-TW" dirty="0"/>
              <a:t>Modbus-Read</a:t>
            </a:r>
            <a:r>
              <a:rPr lang="zh-TW" altLang="en-US" dirty="0"/>
              <a:t>的節點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4FEFAFA-8736-AD08-218D-31C93262C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212976"/>
            <a:ext cx="7445385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5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B4F30-CCC8-8E76-171D-1345ED1B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814176-9049-8E87-E281-422A21B7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Modbus應用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120007-DA20-CD2F-4AE1-17FE5192D96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Modbus/TCP</a:t>
            </a:r>
            <a:r>
              <a:rPr lang="zh-TW" altLang="en-US" dirty="0"/>
              <a:t>讀取</a:t>
            </a:r>
            <a:r>
              <a:rPr lang="en-US" altLang="zh-TW" dirty="0"/>
              <a:t>DI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28A0096-22DC-C81C-231B-5C8D6250E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550" y="2219940"/>
            <a:ext cx="4446899" cy="443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2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47F1-05C7-B8F3-335C-ECB94DBFD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19B6D-463D-8937-EE98-EA721B7D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Modbus應用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867C22-4CA2-D319-F3F6-009D4AD2AB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輸出到</a:t>
            </a:r>
            <a:r>
              <a:rPr lang="en-US" altLang="zh-TW" dirty="0"/>
              <a:t>debug</a:t>
            </a:r>
            <a:r>
              <a:rPr lang="zh-TW" altLang="en-US" dirty="0"/>
              <a:t>訊息中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8587D78-E7C8-F173-7CD8-E58E03BF8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05" y="2859482"/>
            <a:ext cx="8184589" cy="37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9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F02D-E505-97E1-7EC9-BD6966D5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51941F-4FA0-E3EE-6398-E692E176B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Modbus應用2: </a:t>
            </a:r>
            <a:r>
              <a:rPr lang="zh-TW" altLang="en-US" dirty="0"/>
              <a:t>讀取</a:t>
            </a:r>
            <a:r>
              <a:rPr lang="en-US" altLang="zh-TW" dirty="0"/>
              <a:t>Float</a:t>
            </a:r>
            <a:r>
              <a:rPr lang="zh-TW" altLang="en-US" dirty="0"/>
              <a:t>電壓資訊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504203-2B2C-2AA4-30A4-7F68030009B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設定如下所示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B954A6D-2007-1970-516E-81237DF1F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132855"/>
            <a:ext cx="5688632" cy="473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3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E86E2-4DCA-6681-8F99-30AF5CB1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EACB61-4D29-4E63-93D0-B52963AD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Modbus應用2: </a:t>
            </a:r>
            <a:r>
              <a:rPr lang="zh-TW" altLang="en-US" dirty="0"/>
              <a:t>讀取</a:t>
            </a:r>
            <a:r>
              <a:rPr lang="en-US" altLang="zh-TW" dirty="0"/>
              <a:t>Float</a:t>
            </a:r>
            <a:r>
              <a:rPr lang="zh-TW" altLang="en-US" dirty="0"/>
              <a:t>電壓資訊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395FD4-EE06-7774-E871-173F41567CE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因為</a:t>
            </a:r>
            <a:r>
              <a:rPr lang="en-US" altLang="zh-TW" dirty="0"/>
              <a:t>Float</a:t>
            </a:r>
            <a:r>
              <a:rPr lang="zh-TW" altLang="en-US" dirty="0"/>
              <a:t>資料占用兩個</a:t>
            </a:r>
            <a:r>
              <a:rPr lang="en-US" altLang="zh-TW" dirty="0"/>
              <a:t>register</a:t>
            </a:r>
            <a:r>
              <a:rPr lang="zh-TW" altLang="en-US" dirty="0"/>
              <a:t>，所以需要一個轉換資料格式，這時需要建立一個</a:t>
            </a:r>
            <a:r>
              <a:rPr lang="en-US" altLang="zh-TW" dirty="0"/>
              <a:t>Function</a:t>
            </a:r>
            <a:r>
              <a:rPr lang="zh-TW" altLang="en-US" dirty="0"/>
              <a:t>節點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7D8BF65-8B61-1778-87FE-F485A9B05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" y="3620467"/>
            <a:ext cx="7940728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658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5626-4901-6246-C16E-4C9D1E6D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A7115C-EC8D-975D-B347-D83086EC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Modbus應用2: </a:t>
            </a:r>
            <a:r>
              <a:rPr lang="zh-TW" altLang="en-US" dirty="0"/>
              <a:t>讀取</a:t>
            </a:r>
            <a:r>
              <a:rPr lang="en-US" altLang="zh-TW" dirty="0"/>
              <a:t>Float</a:t>
            </a:r>
            <a:r>
              <a:rPr lang="zh-TW" altLang="en-US" dirty="0"/>
              <a:t>電壓資訊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106A3C-401B-2C1F-6C60-F8A0D8A0E44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Function</a:t>
            </a:r>
            <a:r>
              <a:rPr lang="zh-TW" altLang="en-US" dirty="0"/>
              <a:t>節點內容如下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16445BA-0619-86F7-F336-BA2B7AEA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422795"/>
            <a:ext cx="6149873" cy="420660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A9D64A0-3E0F-E420-5767-DC6119CE1C94}"/>
              </a:ext>
            </a:extLst>
          </p:cNvPr>
          <p:cNvSpPr txBox="1"/>
          <p:nvPr/>
        </p:nvSpPr>
        <p:spPr>
          <a:xfrm>
            <a:off x="4476521" y="4280976"/>
            <a:ext cx="4572000" cy="20817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TW" altLang="zh-TW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//msg.payload = [0, 16833];</a:t>
            </a:r>
            <a:endParaRPr lang="zh-TW" altLang="zh-TW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pay = msg.payload;</a:t>
            </a:r>
          </a:p>
          <a:p>
            <a:pPr>
              <a:lnSpc>
                <a:spcPts val="1425"/>
              </a:lnSpc>
              <a:buNone/>
            </a:pPr>
            <a:b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zh-TW" altLang="zh-TW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buf = </a:t>
            </a:r>
            <a:r>
              <a:rPr lang="zh-TW" altLang="zh-TW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.allocUnsafe(</a:t>
            </a:r>
            <a:r>
              <a:rPr lang="zh-TW" altLang="zh-TW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buf.writeInt16BE(pay[</a:t>
            </a:r>
            <a:r>
              <a:rPr lang="zh-TW" altLang="zh-TW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zh-TW" altLang="zh-TW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buf.writeInt16BE(pay[</a:t>
            </a:r>
            <a:r>
              <a:rPr lang="zh-TW" altLang="zh-TW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zh-TW" altLang="zh-TW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zh-TW" altLang="zh-TW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msg.payload = buf.readFloatBE(</a:t>
            </a:r>
            <a:r>
              <a:rPr lang="zh-TW" altLang="zh-TW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zh-TW" altLang="zh-TW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zh-TW" altLang="zh-TW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msg;</a:t>
            </a:r>
          </a:p>
        </p:txBody>
      </p:sp>
    </p:spTree>
    <p:extLst>
      <p:ext uri="{BB962C8B-B14F-4D97-AF65-F5344CB8AC3E}">
        <p14:creationId xmlns:p14="http://schemas.microsoft.com/office/powerpoint/2010/main" val="643741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5626-4901-6246-C16E-4C9D1E6D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A7115C-EC8D-975D-B347-D83086EC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Modbus應用2: </a:t>
            </a:r>
            <a:r>
              <a:rPr lang="zh-TW" altLang="en-US" dirty="0"/>
              <a:t>讀取</a:t>
            </a:r>
            <a:r>
              <a:rPr lang="en-US" altLang="zh-TW" dirty="0"/>
              <a:t>Float</a:t>
            </a:r>
            <a:r>
              <a:rPr lang="zh-TW" altLang="en-US" dirty="0"/>
              <a:t>電壓資訊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106A3C-401B-2C1F-6C60-F8A0D8A0E44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dirty="0"/>
              <a:t>輸出到</a:t>
            </a:r>
            <a:r>
              <a:rPr lang="en-US" altLang="zh-TW" dirty="0"/>
              <a:t>Debug</a:t>
            </a:r>
            <a:r>
              <a:rPr lang="zh-TW" altLang="en-US" dirty="0"/>
              <a:t>訊息即為正確的電壓資料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2890129-4B46-F3CE-A932-AEB4EB837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" y="3573016"/>
            <a:ext cx="8352244" cy="206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706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庸">
  <a:themeElements>
    <a:clrScheme name="中庸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庸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庸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3176</TotalTime>
  <Words>194</Words>
  <Application>Microsoft Office PowerPoint</Application>
  <PresentationFormat>如螢幕大小 (4:3)</PresentationFormat>
  <Paragraphs>27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Calibri</vt:lpstr>
      <vt:lpstr>Consolas</vt:lpstr>
      <vt:lpstr>Tw Cen MT</vt:lpstr>
      <vt:lpstr>Wingdings</vt:lpstr>
      <vt:lpstr>Wingdings 2</vt:lpstr>
      <vt:lpstr>中庸</vt:lpstr>
      <vt:lpstr>Nodered - Modbus應用</vt:lpstr>
      <vt:lpstr>Modbus應用</vt:lpstr>
      <vt:lpstr>Modbus應用</vt:lpstr>
      <vt:lpstr>Modbus應用</vt:lpstr>
      <vt:lpstr>Modbus應用</vt:lpstr>
      <vt:lpstr>Modbus應用</vt:lpstr>
      <vt:lpstr>Modbus應用2: 讀取Float電壓資訊</vt:lpstr>
      <vt:lpstr>Modbus應用2: 讀取Float電壓資訊</vt:lpstr>
      <vt:lpstr>Modbus應用2: 讀取Float電壓資訊</vt:lpstr>
      <vt:lpstr>Modbus應用2: 讀取Float電壓資訊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物聯網MQTT應用     -以樹莓派為例</dc:title>
  <dc:creator>malo</dc:creator>
  <cp:lastModifiedBy>楊熲煜</cp:lastModifiedBy>
  <cp:revision>97</cp:revision>
  <dcterms:created xsi:type="dcterms:W3CDTF">2023-10-20T23:29:27Z</dcterms:created>
  <dcterms:modified xsi:type="dcterms:W3CDTF">2026-06-16T10:02:12Z</dcterms:modified>
</cp:coreProperties>
</file>